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Do not read the slide. Ask: 'How many patients are sitting in your room at 5pm for a 7pm serial?' Let them answer before you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doctor tell you which one is worst. Do not argue for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Ask directly: on a busy evening, how many people leave before their turn? Whatever number they say is the monthly fee, several times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numbers already on our marketing site. Do not promise an empty waiting room — say you are smoothing the crowd, not removing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Book a real serial on the doctor's own phone here. Thirty seconds. Let them hold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we are not trying to empty your waiting room. An empty chamber costs you more than a full one. The timing is padded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MOMENT. Put this on the biggest screen in the room and have someone tap Call so it announces out loud. This sells the product more than any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Doctors fear data entry more than they fear cost. Say 'never compulsory' out loud,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hide the research aggregation. Being straight about it builds more trust than dodging. Minimum group size is 10 — nothing can be traced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internet caveat before they ask. Doctors trust a salesperson who names a limitation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Reframe, do not defend: Tk 2,000 a month is roughly three consult fees. Ask how many patients leave on a busy evening. Anchor with Clinic so Solo feels modest.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ask for a signature. Ask for the three items. A doctor who sees their own name on a live site closes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ellipse">
            <a:avLst/>
          </a:prstGeom>
          <a:solidFill>
            <a:srgbClr val="1B2978"/>
          </a:solidFill>
          <a:ln w="12700">
            <a:solidFill>
              <a:srgbClr val="1B29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DOCTORS &amp; CHAMBERS IN BANGLADESH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ChamberQ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500" dirty="0">
                <a:solidFill>
                  <a:srgbClr val="30A9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chamber runs itself.</a:t>
            </a:r>
            <a:endParaRPr lang="en-US" sz="25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500" dirty="0">
                <a:solidFill>
                  <a:srgbClr val="30A9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just see patients.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serial booking · live waiting-room queue · patient records — built for the way a Bangladeshi chamber already works.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hrs → 15 min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patient wait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4892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at chamber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payment, no change to your cash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955280" y="48920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for you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55280" y="52852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touch a computer to go live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17320"/>
            <a:ext cx="3429000" cy="2880360"/>
          </a:xfrm>
          <a:prstGeom prst="roundRect">
            <a:avLst>
              <a:gd name="adj" fmla="val 5079"/>
            </a:avLst>
          </a:prstGeom>
          <a:solidFill>
            <a:srgbClr val="081041"/>
          </a:solidFill>
          <a:ln w="1905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38160" y="16733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4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SERVING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38160" y="1965960"/>
            <a:ext cx="3429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8138160" y="35204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Karim  ·  Evening session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38130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13  ·  14  ·  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44805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outside your room — it calls the number out loud.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evening in your chamber, today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a technology problem. It is a queue problem — and it costs you patients.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6517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34015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phone never stops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411480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assistant is giving out serials by phone right through your consult hours. Every call is a patient interrupted.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15968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517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34015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arrives at once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411480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people sit from 4 PM for a 7 PM serial. Then the arguments start — “I came first”, “he jumped my turn”.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1856" y="2286000"/>
            <a:ext cx="3401568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651760"/>
            <a:ext cx="566928" cy="5669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39328" y="3401568"/>
            <a:ext cx="2706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remembered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39328" y="4114800"/>
            <a:ext cx="27066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returns after four months. What did you diagnose? What did you prescribe? The paper is with them, and they lost it.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them which of the three annoys them most. Build the rest of the meeting around that one.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YOU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is not your problem 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0A9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until it starts costing you patients.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834640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00200" y="25420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leave before their turn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3108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room at 5 PM means some people walk out. Those consult fees never happened, and you never knew.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377440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6248" y="2834640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254203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sit idle between patients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23760" y="3108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14 wandered off to eat. Your assistant hunts for him while you wait. That gap repeats all evening.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32688" y="459028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590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assistant is a call centre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8646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pay for that time. It should be spent managing the room, not answering the same question.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4133088"/>
            <a:ext cx="5257800" cy="1536192"/>
          </a:xfrm>
          <a:prstGeom prst="roundRect">
            <a:avLst>
              <a:gd name="adj" fmla="val 83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56248" y="4590288"/>
            <a:ext cx="512064" cy="512064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6248" y="4590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4297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of mouth is your only growth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23760" y="4864608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Dr. Karim's chamber you don't have to wait.” No competing doctor on your road can say that yet.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already fully booked and patients will wait regardless — skip ahead to the records and prescriptions.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chamber. Same fees. Better evening.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450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24128" y="2743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hrs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24128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wait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24128" y="397764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ringing through your consults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idle in the room for hours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Scramble at the chamber door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the last visit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3566160"/>
          </a:xfrm>
          <a:prstGeom prst="roundRect">
            <a:avLst>
              <a:gd name="adj" fmla="val 359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47688" y="2450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CHAMBERQ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647688" y="2743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647688" y="3520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patient wait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47688" y="397764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Serials booked on the patient's phone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come when the ticket says to come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 queue the screen controls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 on your screen, automatically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steps. That is the whole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deck is a detail inside one of these four.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42032" cy="301752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697480"/>
            <a:ext cx="603504" cy="60350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976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books a serial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0976" y="42245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page, from their phone. No payment online.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27248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438144" y="2377440"/>
            <a:ext cx="2542032" cy="301752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2697480"/>
            <a:ext cx="603504" cy="60350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+ live ticket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49040" y="42245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name and serial by SMS, plus a link that shows when to come.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25312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36208" y="2377440"/>
            <a:ext cx="2542032" cy="301752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47104" y="2697480"/>
            <a:ext cx="603504" cy="60350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 calls them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47104" y="42245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tap Call. The screen outside flips the number and says it aloud.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23376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034272" y="2377440"/>
            <a:ext cx="2542032" cy="3017520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45168" y="2697480"/>
            <a:ext cx="603504" cy="6035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26974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45168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see the patient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45168" y="422452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history is already on your screen. Complete — that's it.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patients go into the same queue — your staff add them in two taps.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THE PATIENT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take a serial without calling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67712"/>
            <a:ext cx="310896" cy="310896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21945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short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52374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day and session, enter name and phone, done. Every step is labelled so nobody gets lost.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55264"/>
            <a:ext cx="310896" cy="310896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31821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family, one number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351129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phone is already known, they simply choose who the appointment is for — mother, child, or someone new.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42816"/>
            <a:ext cx="310896" cy="310896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42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41696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install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44988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opens in the browser. The ticket goes to WhatsApp in one tap.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230368"/>
            <a:ext cx="310896" cy="310896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515721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online payment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48640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pay you at the chamber exactly as they do today.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092440" y="1600200"/>
            <a:ext cx="3108960" cy="42976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54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92024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19202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 — Pick a session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321040" y="265176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E8F5FC"/>
          </a:solidFill>
          <a:ln w="22225">
            <a:solidFill>
              <a:srgbClr val="30A9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· 5:00 – 9:00 PM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476488" y="30083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serials left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352044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6488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· 5:00 – 9:00 PM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76488" y="3877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serials left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321040" y="4389120"/>
            <a:ext cx="2651760" cy="713232"/>
          </a:xfrm>
          <a:prstGeom prst="roundRect">
            <a:avLst>
              <a:gd name="adj" fmla="val 12821"/>
            </a:avLst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44714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· 10 AM – 1 PM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476488" y="4745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serials left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0" y="5276088"/>
            <a:ext cx="2651760" cy="457200"/>
          </a:xfrm>
          <a:prstGeom prst="roundRect">
            <a:avLst>
              <a:gd name="adj" fmla="val 5000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5276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THE TICKET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know exactly when to come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stop sitting in your waiting room for three hours.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4206240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Rashed Ahmed  ·  Dr. Karim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7706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SERIAL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0E1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7600" dirty="0"/>
          </a:p>
        </p:txBody>
      </p:sp>
      <p:sp>
        <p:nvSpPr>
          <p:cNvPr id="9" name="Shape 7"/>
          <p:cNvSpPr/>
          <p:nvPr/>
        </p:nvSpPr>
        <p:spPr>
          <a:xfrm>
            <a:off x="1005840" y="4306824"/>
            <a:ext cx="3474720" cy="12802"/>
          </a:xfrm>
          <a:prstGeom prst="rect">
            <a:avLst/>
          </a:prstGeom>
          <a:solidFill>
            <a:srgbClr val="E4E8F0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348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around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46725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7:15 PM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34640" y="4434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calling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34640" y="46725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5184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by itself  ·  Share on WhatsApp  ·  Print or save as PDF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2194560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moves while they watch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94960" y="2505456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refreshes on its own — they can see the queue from home or from the tea stall downstairs.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94960" y="3163824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 that protects you, not just them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94960" y="3474720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“come around” time is deliberately padded, and the first few patients are told to come earlier. You are never left sitting in an empty chamber.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94960" y="4133088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Directions to your chamber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94960" y="4443984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 Maps link to the exact room, on the same page.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94960" y="5102352"/>
            <a:ext cx="6172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the link? Nothing breaks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394960" y="5413248"/>
            <a:ext cx="6172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type their phone number on your site and their booking comes back.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THE ROOM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 outside settles every argument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argues with the television. That is the point.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486400" cy="3246120"/>
          </a:xfrm>
          <a:prstGeom prst="roundRect">
            <a:avLst>
              <a:gd name="adj" fmla="val 4507"/>
            </a:avLst>
          </a:prstGeom>
          <a:solidFill>
            <a:srgbClr val="081041"/>
          </a:solidFill>
          <a:ln w="2540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871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SERVING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16352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8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1  ·  Dr. Karim  ·  Evening 5–9 PM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646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  13   ·   14   ·   15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92240" y="2267712"/>
            <a:ext cx="274320" cy="27432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1152" y="221284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speaks the number out loud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931152" y="2523744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“Number twelve” — a clear recorded voice, not a robotic one. Patients at the back hear it without anyone shouting.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200400"/>
            <a:ext cx="274320" cy="27432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31152" y="314553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screen you already own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931152" y="3456432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TV, an old monitor, a spare tablet. It just opens a web page.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4133088"/>
            <a:ext cx="274320" cy="27432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407822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chime, if you prefer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931152" y="4389120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Chime only, voice only, or chime then voice — your choice.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5065776"/>
            <a:ext cx="274320" cy="274320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50109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Serials never get confused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931152" y="5321808"/>
            <a:ext cx="4617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name and timing stay on screen, so a morning serial 12 is never mistaken for the evening's.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YOUR SIDE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runs the whole evening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session. Call the next patient. Mark them arrived. Complete. Four buttons, all evening.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0976" y="25603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560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today's session. The screen outside wakes up.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38144" y="22860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5603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560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flips and is announced. No shouting.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6208" y="22860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47104" y="25603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560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47104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patient is actually at the door — so you never wait for someone who stepped out.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34272" y="228600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45168" y="2560320"/>
            <a:ext cx="1371600" cy="402336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45168" y="2560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345168" y="310896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them off and moves the queue 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name="adj" fmla="val 9333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51560" y="4709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decide who drives it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051560" y="5074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Staff-run: your assistant calls patients and your screen simply follows along.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Doctor-run: you control the queue yourself from the chamber. If you have no assistant at all, you are never locked out of your own room.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patients are added here in two taps — they take the next serial like everyone else.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CHAMBER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right patient appears by himself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searching, no typing a name, no file to pull. You call them in and the screen has already changed.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94960" cy="3520440"/>
          </a:xfrm>
          <a:prstGeom prst="roundRect">
            <a:avLst>
              <a:gd name="adj" fmla="val 4156"/>
            </a:avLst>
          </a:prstGeom>
          <a:solidFill>
            <a:srgbClr val="F4F6FA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963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Rashed Ahmed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898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· 46 yrs · 7th visit · last seen 12 Mar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264408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BEAE7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32644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Allergy: Penicillin   ·   Known: Type 2 diabetes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8679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VISIT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05840" y="4123944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  Uncontrolled type 2 diabetes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  Reduce rice at night; walk 30 min daily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file   Voice note (14s)  ·  Prescription photo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5212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Reprint last prescription  ·  Play voice note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82512" y="2286000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notes is never compulsory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82512" y="2596896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complete a patient without typing a single word. Blank is allowed, always.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82512" y="3218688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speak instead of typing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82512" y="3529584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15-second voice note, or photograph your own paper prescription. Both count as the record.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2512" y="4151376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about what it doesn't know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382512" y="4462272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no notes from before, it says so plainly — “5 previous visits · no notes recorded”. It never invents history.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512" y="508406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gentle nudge, not a lock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82512" y="5394960"/>
            <a:ext cx="5166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 of a session it tells you how many patients have no notes yet — and lets you close anyway.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RECORDS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Prescriptions with your name on them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478024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9344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Printed properly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9344" y="28072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qualifications and BMDC registration number on every prescription. It warns you if the number is missing.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478024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2904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Reprint any time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32904" y="28072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lost it. You print it again from the last visit in one tap — no rewriting.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4352544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9344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person, one record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09344" y="4681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members sharing one phone each keep their own history. Duplicates can be joined; a visit put on the wrong person can be moved.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352544"/>
            <a:ext cx="457200" cy="457200"/>
          </a:xfrm>
          <a:prstGeom prst="ellipse">
            <a:avLst/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32904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Diagnoses that stay tidy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32904" y="46817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list of conditions in English and Bangla that learns what you use most — or just type freely. Both are fine.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required to run the queue. Use as much or as little of it as you want.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PRESENCE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proper website, at your own name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established doctors in Bangladesh have no website at all — only a Facebook post someone else wrote.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669280" cy="3291840"/>
          </a:xfrm>
          <a:prstGeom prst="roundRect">
            <a:avLst>
              <a:gd name="adj" fmla="val 3889"/>
            </a:avLst>
          </a:prstGeom>
          <a:solidFill>
            <a:srgbClr val="F4F6FA"/>
          </a:solidFill>
          <a:ln w="1905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42032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drkarim.com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Karim Uddin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MBBS, FCPS (Medicine)  ·  Consultant Physician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11480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114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00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Chambers  ·  Timings  ·  Conditions I treat  ·  FAQ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237744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59752" y="23317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domain, or ours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159752" y="2642616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drkarim.com if you want it — otherwise you are live on our address the same day.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32735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59752" y="32278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for patients, not doctors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159752" y="353872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address with a map, timings, conditions you treat, and the questions patients always ask.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416966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169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59752" y="41239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staff can edit the words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59752" y="443484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timing or a photo without calling anyone.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20840" y="506577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9752" y="502005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page leads to Book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159752" y="533095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only job the site has.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AWKWARD DAYS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are away, nobody waits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0156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6517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33101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the date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87552" y="4059936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day. It tells you how many patients are affected before you confirm.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15968" y="2331720"/>
            <a:ext cx="340156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6517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3101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Serials cancelled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63440" y="4059936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with a serial that day is released automatically. Visits you already completed stay.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91856" y="2331720"/>
            <a:ext cx="340156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2651760"/>
            <a:ext cx="548640" cy="5486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3310128"/>
            <a:ext cx="27066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 each on WhatsApp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39328" y="4059936"/>
            <a:ext cx="27066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ready-written message per patient. You just press send.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14737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502920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block one chamber, one doctor, or the whole day — a conference, a wedding, an emergency. It takes under a minute.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see what — plainly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this question. We would rather answer it now than have you wonder later.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0156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254203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542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3090672"/>
            <a:ext cx="2706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serial and timing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ticket and chamber directions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past bookings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7552" y="4572000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any clinical note.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15968" y="2240280"/>
            <a:ext cx="340156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54203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542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staff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090672"/>
            <a:ext cx="2706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list and the queue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contact details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website text and photos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3440" y="4572000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open a diagnosis, a prescription, or a voice note.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91856" y="2240280"/>
            <a:ext cx="3401568" cy="3246120"/>
          </a:xfrm>
          <a:prstGeom prst="roundRect">
            <a:avLst>
              <a:gd name="adj" fmla="val 3944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39328" y="2542032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5420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you, the doctor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39328" y="3090672"/>
            <a:ext cx="27066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Diagnoses and advice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 and reprints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 and photos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9328" y="4572000"/>
            <a:ext cx="2706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records are doctor-only, by design.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anonymous disease counts across practices for research — never names, never numbers, never one patient's visit.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WORRIES, ANSWERED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not change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47802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9344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money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9344" y="28072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pay you at the chamber, in cash, exactly as today. There is no online payment and no commission on your fee.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47802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2904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walk-ins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32904" y="280720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who just turn up are still welcome. Staff put them into the same queue in two taps. Online booking is a bonus, not a requirement.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87552" y="435254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9344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way of working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9344" y="468172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prescriptions, voice — every one of them optional. You can use this purely as a serial and queue system and nothing will nag you.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023360"/>
            <a:ext cx="5257800" cy="1627632"/>
          </a:xfrm>
          <a:prstGeom prst="roundRect">
            <a:avLst>
              <a:gd name="adj" fmla="val 7865"/>
            </a:avLst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1112" y="4352544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32904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effort to start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32904" y="4681728"/>
            <a:ext cx="4023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your site, chambers, timings and logins with you. You do not sit at a computer to go live.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6144768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B29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caveat: the live queue needs internet in the chamber. On a bad day you fall back to paper — the same paper you use now.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plans. No hidden charges.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257800" cy="3063240"/>
          </a:xfrm>
          <a:prstGeom prst="roundRect">
            <a:avLst>
              <a:gd name="adj" fmla="val 4179"/>
            </a:avLst>
          </a:prstGeom>
          <a:solidFill>
            <a:srgbClr val="0E1954"/>
          </a:solidFill>
          <a:ln w="12700">
            <a:solidFill>
              <a:srgbClr val="0E1954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doctor, up to 5 chambers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 5,000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05156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74720" y="3182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 2,000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474720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40233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branded site and booking page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queue, outdoor screen, patient tickets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and prescriptions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4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it all up with you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95728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3957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0E1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TAKEN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525780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23957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27980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doctors, chambers and labs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75120" y="3182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 25,000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675120" y="3621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98280" y="31821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19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 7,500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098280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40233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Solo, for a full clinic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doctors and unlimited chambers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tests inside the booking flow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it all up with you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413248"/>
            <a:ext cx="10911535" cy="749808"/>
          </a:xfrm>
          <a:prstGeom prst="roundRect">
            <a:avLst>
              <a:gd name="adj" fmla="val 1707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  <a:effectLst>
            <a:outerShdw sx="100000" sy="100000" kx="0" ky="0" algn="bl" rotWithShape="0" blurRad="177800" dist="38100" dir="5400000">
              <a:srgbClr val="8892B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5413248"/>
            <a:ext cx="101800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confirmations are prepaid and optional — about Tk 0.50 each (200 for Tk 100, 500 for Tk 225, 2,000 for Tk 800).   Pay by bKash or bank.   WhatsApp ticket sharing is free.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291840"/>
            <a:ext cx="5669280" cy="5669280"/>
          </a:xfrm>
          <a:prstGeom prst="ellipse">
            <a:avLst/>
          </a:prstGeom>
          <a:solidFill>
            <a:srgbClr val="1B2978"/>
          </a:solidFill>
          <a:ln w="12700">
            <a:solidFill>
              <a:srgbClr val="1B29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8872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me three things today.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715768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2697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chamber name and address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61872" y="34107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sitting days and timings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142232"/>
            <a:ext cx="420624" cy="420624"/>
          </a:xfrm>
          <a:prstGeom prst="ellipse">
            <a:avLst/>
          </a:prstGeom>
          <a:solidFill>
            <a:srgbClr val="30A9E5"/>
          </a:solidFill>
          <a:ln w="12700">
            <a:solidFill>
              <a:srgbClr val="30A9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1422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41239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photograph of yourself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489204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site will be live at your name by tomorrow.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it with ten patients before you pay anything.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291840" cy="2651760"/>
          </a:xfrm>
          <a:prstGeom prst="roundRect">
            <a:avLst>
              <a:gd name="adj" fmla="val 5517"/>
            </a:avLst>
          </a:prstGeom>
          <a:solidFill>
            <a:srgbClr val="081041"/>
          </a:solidFill>
          <a:ln w="19050">
            <a:solidFill>
              <a:srgbClr val="1B2978"/>
            </a:solidFill>
            <a:prstDash val="solid"/>
          </a:ln>
          <a:effectLst>
            <a:outerShdw sx="100000" sy="100000" kx="0" ky="0" algn="bl" rotWithShape="0" blurRad="279400" dist="76200" dir="5400000">
              <a:srgbClr val="0E195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ChamberQ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30A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01700-000000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0" y="3886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number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meeting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ChamberQ — Client Presentation</dc:title>
  <dc:subject>PptxGenJS Presentation</dc:subject>
  <dc:creator>ChamberQ</dc:creator>
  <cp:lastModifiedBy>ChamberQ</cp:lastModifiedBy>
  <cp:revision>1</cp:revision>
  <dcterms:created xsi:type="dcterms:W3CDTF">2026-08-06T18:47:20Z</dcterms:created>
  <dcterms:modified xsi:type="dcterms:W3CDTF">2026-08-06T18:47:20Z</dcterms:modified>
</cp:coreProperties>
</file>