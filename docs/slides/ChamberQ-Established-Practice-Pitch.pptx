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version is for doctors whose room is already full — the 'patients wait less' pitch does not land here. Lead with continuity, confidentiality, and professional presence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tell you which one stings. A senior doctor with a stable practice will usually pick #1 or #3.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 for this audience. Do not mention wait times here — pivot straight to reputation and continuity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here is scale, not novelty — 'this gets more valuable the more patients you see,' the opposite framing from the general-audience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prominent doctor, this slide can matter more than pricing. Give it time. Mention it protects them, not just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internet caveat before they ask, same as the general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 is the natural fit for this audience — feature it, but don't dismiss Solo if they're still a single-chamber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credentials and associate names, not a signature. For this audience, precision about how their name/credentials appear matters — get it right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1B2978"/>
          </a:solidFill>
          <a:ln w="12700">
            <a:solidFill>
              <a:srgbClr val="1B29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FOR ESTABLISHED PRACTICES &amp; CLINICS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ChamberQ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You're already busy.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 keeps you organized.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367588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D0E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 isn't about filling your room. It's about the patients you already see — one clear record per patient, notes your staff can't read, and a website that looks professional.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record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3583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 visit, in one 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93776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Private notes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53583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only you see a diagnosis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93776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Fits your practice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535838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staff, your chambers, your 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081041"/>
          </a:solidFill>
          <a:ln w="1905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92440" y="1655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RECORD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66760" y="2039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Ferdousi Rahman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6676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14th visit · under care since 2019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66760" y="2770632"/>
            <a:ext cx="2926080" cy="10973"/>
          </a:xfrm>
          <a:prstGeom prst="rect">
            <a:avLst/>
          </a:prstGeom>
          <a:solidFill>
            <a:srgbClr val="1B2978"/>
          </a:solidFill>
          <a:ln w="12700">
            <a:solidFill>
              <a:srgbClr val="1B29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935224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Diagnosis   Stable hypertension, on follow-up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Advice   Continue current dose; recheck in 6 wks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 file   Voice note · reprintable prescription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6676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Only the doctor can see this.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Paper stopped being enough a while ago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 isn't about how many patients you see. It's about what happens to what you write down.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69748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345643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Old notes get lost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4224528"/>
            <a:ext cx="2706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You've treated this patient for ten years. Last visit's notes are on a piece of paper. You hope nobody threw it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33172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69748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45643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doctors start from zero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224528"/>
            <a:ext cx="2706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junior doctor joins your practice. There's nothing to hand them — no shared notes, nothing at all.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345643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proper website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39328" y="4224528"/>
            <a:ext cx="2706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Patients search your name and find nothing. Or a page someone else made for you, without asking.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Ask which one bothers them the most. Talk about that one for the rest of the meeting.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WHY IT MATTERS AT YOUR SCALE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 can't remember every patient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That's not a flaw. That's the job.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5257800" cy="1554480"/>
          </a:xfrm>
          <a:prstGeom prst="roundRect">
            <a:avLst>
              <a:gd name="adj" fmla="val 82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852928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5603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Nobody can remember everyone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00200" y="314553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 see hundreds of patients. Nobody can hold all of that in their head. A record does it for you instead.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395728"/>
            <a:ext cx="5257800" cy="1554480"/>
          </a:xfrm>
          <a:prstGeom prst="roundRect">
            <a:avLst>
              <a:gd name="adj" fmla="val 82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852928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852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5603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bad prescription hurts your name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223760" y="314553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lost or hard-to-read prescription costs trust you spent years building. A printed one always looks right.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78808"/>
            <a:ext cx="5257800" cy="1554480"/>
          </a:xfrm>
          <a:prstGeom prst="roundRect">
            <a:avLst>
              <a:gd name="adj" fmla="val 82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636008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3434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doctors need your notes too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00200" y="4928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 your practice grows past just you, notes in your own handwriting can't be shared. A record on a screen can.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178808"/>
            <a:ext cx="5257800" cy="1554480"/>
          </a:xfrm>
          <a:prstGeom prst="roundRect">
            <a:avLst>
              <a:gd name="adj" fmla="val 82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636008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636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3434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well-known doctor has more to lose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223760" y="492861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more people know your name, the more a leaked diagnosis would cost you. Staff should never be able to see one.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9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If a fuller waiting room is also something they want, booking and the live queue still do that too — it's just not the reason to start.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SYSTEM, TWO WAYS TO USE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Booking and the queue are still here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 still get everything. You just don't have to use it the same way — it runs quietly in the background.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0156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651760"/>
            <a:ext cx="548640" cy="548640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340156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Booking &amp; ticket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986784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Patients can still book online and get a serial number and a ticket. Useful for staff — you don't have to promote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331720"/>
            <a:ext cx="340156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651760"/>
            <a:ext cx="548640" cy="548640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40156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waiting room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986784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screen and the queue still keep order in the room on busy days. Your staff run it, not you.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401568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65176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3401568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you actually care about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9328" y="3986784"/>
            <a:ext cx="27066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patient record, the prescription, and who can see them. That's next.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None of this forces your staff to change how they already run the room.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RECORDS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right history, without searching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 don't have time to search for a patient. You shouldn't have 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94960" cy="3429000"/>
          </a:xfrm>
          <a:prstGeom prst="roundRect">
            <a:avLst>
              <a:gd name="adj" fmla="val 4267"/>
            </a:avLst>
          </a:prstGeom>
          <a:solidFill>
            <a:srgbClr val="F4F6FA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420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Ferdousi Rahman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944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Female · 58 yrs · 14th visit · last seen 3 wks ago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310128"/>
            <a:ext cx="4663440" cy="438912"/>
          </a:xfrm>
          <a:prstGeom prst="roundRect">
            <a:avLst>
              <a:gd name="adj" fmla="val 16667"/>
            </a:avLst>
          </a:prstGeom>
          <a:solidFill>
            <a:srgbClr val="FBEAE7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33101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Known: Hypertension, on daily medication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8953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LAST VISIT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15137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Diagnosis   Stable hypertension, follow-up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Advice   Continue current dose, recheck 6 wks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 file   Voice note (18s)  ·  Prescription photo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52303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Reprint last prescription  ·  Play voice note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82512" y="23317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Shows up the moment they're called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82512" y="2679192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file to find, no name to type. The patient in the room and the record on your screen are always the same person.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2512" y="32461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Works the same at visit 1 or visit 40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82512" y="3593592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more times you've seen someone, the more useful this gets — not harder to keep track of.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41605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Never required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82512" y="4507992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Leave it blank, talk for 15 seconds, photograph your paper note, or have your staff key it in from the slip — all count.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5074920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Tells the truth when there's nothing yet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82512" y="5422392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patient, no history — it says so plainly. It never makes something up.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CONFIDENTIALITY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Staff run the room. Not the notes.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better known you are, the more this matters. It's not a switch you flip — it's just how the system works.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13205C"/>
          </a:solidFill>
          <a:ln w="1270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9264" y="2578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578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staff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9264" y="31546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day's schedule and queue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Booking and phone numbers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Website text and photos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9264" y="45902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They can never open a diagnosis, a prescription, or a voice note. You don't set that up — it's already like that.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228600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13205C"/>
          </a:solidFill>
          <a:ln w="1270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578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578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Other doctors in your practice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45152" y="31546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Their own patients' notes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Handover notes you choose to share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Their own prescriptions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5152" y="45902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Each doctor sees their own patients. Not everyone sees everyone's, unless you choose to share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081041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578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578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95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Only the treating doctor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31546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full diagnosis and advice history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 prescription, printable again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Voice notes and photos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21040" y="459028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A6C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This is the one list with everything on it. On purpose.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GROWING THE PRACTICE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Room to grow — more doctors, more chambers, a lab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560320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09344" y="23957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Add doctors without adding chaos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9344" y="29443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Each new doctor works inside the same system, with their own access — and their own medicine list, matched to their specialty. Not a separate notebook for each person.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2560320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32904" y="23957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Multiple chambers, one view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32904" y="29443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Different days, different places, or a second branch — bookings, the queue, and records all stay in one place.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4434840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09344" y="4270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Lab tests inside the same booking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9344" y="481888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If your practice offers lab tests, patients add one to the same appointment — not a separate errand.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434840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32904" y="4270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Upgrade when you're ready, not before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32904" y="481888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Use what you need today. Move to Clinic the day you add a second doctor or a second room.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Solo already covers one doctor across up to five chambers. You only need Clinic once a second doctor joins.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PRESENCE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website that looks like the doctor you are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Patients already search your name. What they find should look as good as your practice.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669280" cy="3246120"/>
          </a:xfrm>
          <a:prstGeom prst="roundRect">
            <a:avLst>
              <a:gd name="adj" fmla="val 3944"/>
            </a:avLst>
          </a:prstGeom>
          <a:solidFill>
            <a:srgbClr val="F4F6FA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42032"/>
            <a:ext cx="51206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drferdousi.com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Dr. Ferdousi Rahman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MBBS, MD (Cardiology)  ·  25 years in practice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404164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416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Book Appointment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4681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Chambers  ·  Associates  ·  Conditions treated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029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own degrees, not a generic template.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37744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59752" y="23317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degrees, shown clearly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59752" y="269748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specialty and years in practice, shown where people search for them — the things that took decades to earn.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32735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59752" y="32278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 chamber and doctor listed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59752" y="35935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practice with more than one location or doctor shows all of them on one page — not scattered across Facebook posts.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416966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59752" y="41239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staff can update it, not you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159752" y="448970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new timing or a new photo, changed by your staff. No developer, no phone call.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506577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59752" y="502005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button on every page: Book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59752" y="538581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 path on the site leads there.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WORRIES, ANSWERED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 stays exactly as it is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5146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09344" y="2350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money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9344" y="289864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Patients pay at the chamber, in cash, exactly as today. No online payment, no commission on your fee.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25146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32904" y="2350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staff structure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32904" y="289864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staff keep doing what they already do — reception, queue, records. Nobody gets access they shouldn't.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43891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609344" y="42245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paper, if you want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9344" y="47731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Nothing clinical is required. Keep writing on paper and photograph it, or let your staff type it in from the slip — your choice, per doctor.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3891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32904" y="42245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time to start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32904" y="47731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set everything up with you — your site, chambers, doctors, logins. You don't touch a computer to start.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97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thing to know: this needs internet in the chamber. On a bad day, you fall back to paper — the same as today.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Two plans. Simple pricing.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doctor, up to 5 chambers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195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Tk 5,000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56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one-time setup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195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Tk 2,000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47472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404164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records and prescriptions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Only you see clinical notes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own website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set it up with you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5257800" cy="3108960"/>
          </a:xfrm>
          <a:prstGeom prst="roundRect">
            <a:avLst>
              <a:gd name="adj" fmla="val 4118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Clinic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7512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Multiple doctors, chambers and labs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Tk 25,000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675120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0E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one-time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Tk 7,500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09828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0E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404164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Everything in Solo, for a full clinic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Each doctor sees only their own patients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 many chambers as you need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4E8F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Lab tests inside the same booking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0" y="23957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395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60" kern="0" dirty="0">
                <a:solidFill>
                  <a:srgbClr val="0E1954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FOR YOUR SCALE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10911535" cy="713232"/>
          </a:xfrm>
          <a:prstGeom prst="roundRect">
            <a:avLst>
              <a:gd name="adj" fmla="val 1794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5468112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SMS is optional, about Tk 0.50 a text, paid in advance.   Pay by bKash or bank, the same way you do now.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291840"/>
            <a:ext cx="5669280" cy="5669280"/>
          </a:xfrm>
          <a:prstGeom prst="ellipse">
            <a:avLst/>
          </a:prstGeom>
          <a:solidFill>
            <a:srgbClr val="1B2978"/>
          </a:solidFill>
          <a:ln w="12700">
            <a:solidFill>
              <a:srgbClr val="1B29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Give me three things today.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715768"/>
            <a:ext cx="420624" cy="42062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61872" y="2697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chambers, and any other doctors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61872" y="34290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 you want your name and degrees shown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178808"/>
            <a:ext cx="420624" cy="42062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61872" y="4160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photograph of yourself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956048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website and records go live under your own name.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Nothing changes for your patients until you say so.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291840" cy="2651760"/>
          </a:xfrm>
          <a:prstGeom prst="roundRect">
            <a:avLst>
              <a:gd name="adj" fmla="val 5517"/>
            </a:avLst>
          </a:prstGeom>
          <a:solidFill>
            <a:srgbClr val="081041"/>
          </a:solidFill>
          <a:ln w="1905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ChamberQ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0A9E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01700-000000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Replace with your number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B739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before the meeting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ChamberQ — For Established Practices</dc:title>
  <dc:subject>PptxGenJS Presentation</dc:subject>
  <dc:creator>ChamberQ</dc:creator>
  <cp:lastModifiedBy>ChamberQ</cp:lastModifiedBy>
  <cp:revision>1</cp:revision>
  <dcterms:created xsi:type="dcterms:W3CDTF">2026-08-07T14:22:00Z</dcterms:created>
  <dcterms:modified xsi:type="dcterms:W3CDTF">2026-08-07T14:22:00Z</dcterms:modified>
</cp:coreProperties>
</file>