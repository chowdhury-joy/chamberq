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Bebas Neue"/>
      <p:regular r:id="rId201314"/>
    </p:embeddedFont>
    <p:embeddedFont>
      <p:font typeface="Helvetica Neue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Experienced solo audience: do not open with 'fill your room'. Lead with order, reputation, and time back in the consult.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 Maestro only for this audience. Rising Star is a smaller lane — do not upsell down unless they 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offering a live walkthrough on their phone — not a contract.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94560"/>
            <a:ext cx="6583680" cy="6583680"/>
          </a:xfrm>
          <a:prstGeom prst="ellipse">
            <a:avLst/>
          </a:prstGeom>
          <a:solidFill>
            <a:srgbClr val="0F4F4A"/>
          </a:solidFill>
          <a:ln w="12700">
            <a:solidFill>
              <a:srgbClr val="0F4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60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spc="40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MAESTRO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E8E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For the experienced solo doctor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02920" cy="3200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3172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spc="-11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PRODUCT</a:t>
            </a:r>
            <a:endParaRPr lang="en-US" sz="5600" dirty="0"/>
          </a:p>
          <a:p>
            <a:pPr indent="0" marL="0">
              <a:buNone/>
            </a:pPr>
            <a:r>
              <a:rPr lang="en-US" sz="5600" spc="-11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PRESENTATION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chamber is already full. Maestro keeps serials, the waiting room, and the consult under one calm system — under your name.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6172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4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ChamberQ  ·  Joy Chowdhury  ·  WhatsApp 01818-614349  ·  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WHO THIS IS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spc="-8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YOU'RE ALREADY BUSY.</a:t>
            </a:r>
            <a:endParaRPr lang="en-US" sz="3800" dirty="0"/>
          </a:p>
          <a:p>
            <a:pPr indent="0" marL="0">
              <a:buNone/>
            </a:pPr>
            <a:r>
              <a:rPr lang="en-US" sz="3800" spc="-8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THIS KEEPS YOU ORGANIZED.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 a starter kit for empty chairs. A system for a doctor whose sittings already fill — and whose desk still runs on phone serials.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977640"/>
            <a:ext cx="384048" cy="384048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4480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ONE DOCTOR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practice, your name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29000" y="36576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0" y="3977640"/>
            <a:ext cx="384048" cy="384048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4480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UP TO 5 CHAMBERS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Different days, one system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6576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46520" y="3977640"/>
            <a:ext cx="384048" cy="384048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46520" y="4480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OUTDOOR TV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44652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board per sitting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006840" y="3657600"/>
            <a:ext cx="2651760" cy="1965960"/>
          </a:xfrm>
          <a:prstGeom prst="roundRect">
            <a:avLst>
              <a:gd name="adj" fmla="val 4651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235440" y="3977640"/>
            <a:ext cx="384048" cy="384048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354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35440" y="44805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DONE WITH YOU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235440" y="4937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set it up — not empty software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FRICTION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8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DAY STILL COSTS YOU ENERGY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consults are full. The chaos is outside the room — and it leaks into your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01568" cy="3246120"/>
          </a:xfrm>
          <a:prstGeom prst="roundRect">
            <a:avLst>
              <a:gd name="adj" fmla="val 2817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5176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3291840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PHONE SERIALS NEVER STOP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425196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Families still call for numbers while you are with a patient. Every ring is a consult interrupted.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15968" y="2331720"/>
            <a:ext cx="3401568" cy="3246120"/>
          </a:xfrm>
          <a:prstGeom prst="roundRect">
            <a:avLst>
              <a:gd name="adj" fmla="val 2817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36008" y="265176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36008" y="3291840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 HALL GETS RESTLESS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36008" y="425196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Everyone asks “when will it be my turn?” Your desk spends the evening calming the queue instead of helping you.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991856" y="2331720"/>
            <a:ext cx="3401568" cy="3246120"/>
          </a:xfrm>
          <a:prstGeom prst="roundRect">
            <a:avLst>
              <a:gd name="adj" fmla="val 2817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11896" y="265176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11896" y="3291840"/>
            <a:ext cx="2761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TWO CHAMBERS, ONE HEAD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11896" y="4251960"/>
            <a:ext cx="276148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Morning at one hospital, evening at another — sittings mix, boards mix, and you lose minutes answering “who is next?”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which one bothers them most. Build the rest of the meeting around that.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8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YOUR DIGITAL FRONT DESK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set ChamberQ up as your front door — so someone searching for you lands somewhere that feels like you.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766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22402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PORTFOLIO WEBSITE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0" y="2240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Credentials, chambers, FAQ, Book — under your name, not a template hospital.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143000" y="2880360"/>
            <a:ext cx="10408615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9008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766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43000" y="299008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BOOKING ON THE PHONE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0" y="29900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Patients take a serial for the sitting they need. No app. No password.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143000" y="3630168"/>
            <a:ext cx="10408615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3989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766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3000" y="3739896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 TICKET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72000" y="373989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Save, print, or forward on WhatsApp. Shows roughly when to come.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143000" y="4379976"/>
            <a:ext cx="10408615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8970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766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4489704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WAITING-ROOM SCREENS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72000" y="448970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board per sitting. You or your assistant control the call.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143000" y="5129784"/>
            <a:ext cx="10408615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23951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766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523951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CONSULT SCREEN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572000" y="52395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Notes, medicines, follow-up — clinical side of your day, private to you.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8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 DAY WITH YOUR PATIENTS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family books. The same calm across every sitting you run.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578608"/>
            <a:ext cx="438912" cy="43891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25786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YOUR PAGE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6112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They see your specialty and chambers — and recognise the hospital they already know.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2860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99432" y="2578608"/>
            <a:ext cx="438912" cy="43891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9432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5786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BOOK A SITTING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99432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Day, session, phone. If someone else already booked on that number, they pick who this visit is for.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02752" y="2578608"/>
            <a:ext cx="438912" cy="43891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257860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15400" y="257860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SERIAL TICKET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02752" y="32004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app. Reopen anytime, or type the phone into your portal.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2519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6112" y="4544568"/>
            <a:ext cx="438912" cy="43891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6112" y="4544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08760" y="45445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WAITING ROOM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96112" y="5166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their number is called, the screen updates — and can chime or announce.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43400" y="42519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99432" y="4544568"/>
            <a:ext cx="438912" cy="43891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99432" y="4544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45445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CONSULT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599432" y="5166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see them. Notes stay with you. Then the next serial when you are free.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046720" y="42519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02752" y="4544568"/>
            <a:ext cx="438912" cy="43891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02752" y="45445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15400" y="4544568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RX HOME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302752" y="51663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Print or WhatsApp a clean slip — medicines and follow-up, not the full file.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8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YOUR DESK · YOUR CONSULT ROOM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Live Queue across your sittings. Inside the room, only your patients and your notes.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ACROSS YOUR PRACTICE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05840" y="3017520"/>
            <a:ext cx="256032" cy="25603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Live Queue Control for every sitting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3520440"/>
            <a:ext cx="256032" cy="25603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3429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Walk-ins onto the right sitting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05840" y="4023360"/>
            <a:ext cx="256032" cy="25603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Outdoor TVs — one link per sitting; boards never mix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005840" y="4526280"/>
            <a:ext cx="256032" cy="25603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4434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portfolio website under your name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5840" y="5029200"/>
            <a:ext cx="256032" cy="25603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5029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4937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Closed days &amp; operational reports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63640" y="2240280"/>
            <a:ext cx="5349240" cy="3794760"/>
          </a:xfrm>
          <a:prstGeom prst="roundRect">
            <a:avLst>
              <a:gd name="adj" fmla="val 2410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629400" y="2468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PERSONAL TO YOUR CONSULT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29400" y="3017520"/>
            <a:ext cx="256032" cy="25603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9400" y="30175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04088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sittings, serials, and TV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629400" y="3520440"/>
            <a:ext cx="256032" cy="25603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5204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040880" y="3429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Consult Screen — who is with you now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629400" y="4023360"/>
            <a:ext cx="256032" cy="25603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0233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0880" y="3931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Notes &amp; history stay with you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629400" y="4526280"/>
            <a:ext cx="256032" cy="25603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29400" y="45262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40880" y="4434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Prescriptions under your name &amp; registration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629400" y="5029200"/>
            <a:ext cx="256032" cy="256032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29400" y="5029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40880" y="4937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Late / day off affects only your list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A BUSY 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8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FIVE TAPS. THEN THE NEXT PERSON.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doctor. Separate sittings. One calm board for each.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2606040"/>
            <a:ext cx="502920" cy="50292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START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794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the sitting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14600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2880360" y="23317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11880" y="2606040"/>
            <a:ext cx="502920" cy="50292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118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017520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CALL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017520" y="3794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serial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5120640" y="23317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52160" y="2606040"/>
            <a:ext cx="502920" cy="50292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ARRIVED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57800" y="3794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Patient is 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95160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7360920" y="23317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92440" y="2606040"/>
            <a:ext cx="502920" cy="50292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0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COMPLETE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498080" y="3794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Consult done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35440" y="31089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9601200" y="233172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332720" y="2606040"/>
            <a:ext cx="502920" cy="50292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327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38360" y="32918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NEXT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738360" y="37947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 switch sitting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4754880"/>
            <a:ext cx="10911535" cy="1234440"/>
          </a:xfrm>
          <a:prstGeom prst="roundRect">
            <a:avLst>
              <a:gd name="adj" fmla="val 7407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05840" y="4937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INSIDE THE CHAMBER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1005840" y="5303520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See the patient and past visits → write notes, medicines, follow-up → complete → print or WhatsApp the Rx → call the next when you are free. Husband and wife on one phone hold two tickets without mixing queues.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8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SENDING THE PRESCRIPTION HOME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After consult, the family needs a clear slip — not your full clinical file.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74320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2651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FOLLOW-UP YOU CHOOSE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3200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“1 week”, “as needed”, or a date — on the slip they keep.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33172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74320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69480" y="2651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MEDICINES FROM YOUR LIST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69480" y="32004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Searchable catalogue, including “same as last visit”.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16052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457200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4480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PRINT A CLEAN COPY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5029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Looks like you, not a hospital printout from 2009.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63640" y="4160520"/>
            <a:ext cx="5349240" cy="1645920"/>
          </a:xfrm>
          <a:prstGeom prst="roundRect">
            <a:avLst>
              <a:gd name="adj" fmla="val 5556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57200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4480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WHATSAPP OR SMS LINK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69480" y="50292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Medicines, advice, follow-up, vitals if recorded — diagnosis stays with you.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8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WHAT WE BUILD WITH YOU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180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Go-live = your numbers, rooms, sittings. Not a blank dashboard.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697480"/>
            <a:ext cx="384048" cy="384048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CHAMBERS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 to five locations on Maestro — the hospitals and rooms you already sit.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43400" y="23317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697480"/>
            <a:ext cx="384048" cy="384048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21208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SITTINGS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Days, times, and daily caps you choose — morning, evening, second chamber.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0" y="23317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697480"/>
            <a:ext cx="384048" cy="384048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6676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15400" y="26517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DESK &amp; TVS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36676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Queue Control; one TV bookmark per sitting so boards never mix.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60120" y="4663440"/>
            <a:ext cx="384048" cy="384048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08760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PORTFOLIO SITE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5212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Chambers, FAQ, Book — in your voice.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43400" y="42976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4663440"/>
            <a:ext cx="384048" cy="384048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MESSAGES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663440" y="5212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SMS confirmations and WhatsApp Rx links — your choice.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046720" y="42976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66760" y="4663440"/>
            <a:ext cx="384048" cy="384048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915400" y="4617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LOGIN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366760" y="5212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Your account; optional assistant without full clinical notes.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SECTION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8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KEPT SIMPLE ON PURPOSE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04872"/>
            <a:ext cx="365760" cy="36576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404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508760" y="2258568"/>
            <a:ext cx="9631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FULL EXPERIENCE WITHOUT SIGN-UP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587752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Patients book, follow the ticket, check by phone, and receive prescription links — no patient accounts to manage.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" y="3364992"/>
            <a:ext cx="365760" cy="36576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649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08760" y="3218688"/>
            <a:ext cx="9631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SOFT LAUNCH BESIDE PHONE SERIAL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3547872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Keep your hotline while online booking grows. No big-bang day required.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4325112"/>
            <a:ext cx="365760" cy="36576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4178808"/>
            <a:ext cx="9631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PAY AT THE CHAMBER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507992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Patients pay you in cash exactly as today. No online payment on their booking.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502920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4F7F7"/>
          </a:solidFill>
          <a:ln w="12700">
            <a:solidFill>
              <a:srgbClr val="D7E3E2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5285232"/>
            <a:ext cx="365760" cy="36576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2852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08760" y="5138928"/>
            <a:ext cx="96313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NEW FEATURES ROLL OUT AUTOMATICALLY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08760" y="5468112"/>
            <a:ext cx="96313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do not reinstall. We improve the product; your chamber stays live.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C3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2926080"/>
            <a:ext cx="5943600" cy="5943600"/>
          </a:xfrm>
          <a:prstGeom prst="ellipse">
            <a:avLst/>
          </a:prstGeom>
          <a:solidFill>
            <a:srgbClr val="0F4F4A"/>
          </a:solidFill>
          <a:ln w="12700">
            <a:solidFill>
              <a:srgbClr val="0F4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EEA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-5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MAESTRO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D4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doctor · up to 5 chambers · outdoor TV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0A2F30"/>
          </a:solidFill>
          <a:ln w="12700">
            <a:solidFill>
              <a:srgbClr val="0A2F30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51560" y="26517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-50" kern="0" dirty="0">
                <a:solidFill>
                  <a:srgbClr val="5EEAD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৳15,000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051560" y="3246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4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one-time setup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7947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spc="-50" kern="0" dirty="0">
                <a:solidFill>
                  <a:srgbClr val="5EEAD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৳3,000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1051560" y="43891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D4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 month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4846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7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set everything up with you. No technical team needed on your side.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Maestro account, chambers, sittings, login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0" y="29718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Portfolio website in your voice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3474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Live queue, tickets, outdoor screen, consult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9776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Prepaid SMS when you want 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0" y="4480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✓  Walkthrough of a real queue-and-consult day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126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BD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SMS optional · ~৳0.50/confirmation · empty wallet skips SMS, booking still works · bill by bKash / bank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0F766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WE GO LIVE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spc="-8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FIVE STEPS. SOFT LAUNCH.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02920" cy="50292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17320" y="21031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YOU TELL US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480560" y="21031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chambers and sittings start first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02920" cy="50292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8803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WE BUILD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480560" y="2880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Site, schedules, TV links, login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02920" cy="50292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657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SHORT TRAINING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80560" y="3657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Queue board and consult / prescription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434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SOFT LAUNCH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480560" y="44348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Beside phone booking — no big-bang day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502920" cy="50292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3D3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52120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-50" kern="0" dirty="0">
                <a:solidFill>
                  <a:srgbClr val="0F3D3E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EVERYDAY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480560" y="5212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Clearer serials at every sitting you run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C3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-1645920"/>
            <a:ext cx="6217920" cy="6217920"/>
          </a:xfrm>
          <a:prstGeom prst="ellipse">
            <a:avLst/>
          </a:prstGeom>
          <a:solidFill>
            <a:srgbClr val="0F4F4A"/>
          </a:solidFill>
          <a:ln w="12700">
            <a:solidFill>
              <a:srgbClr val="0F4F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05840"/>
            <a:ext cx="10911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5EEA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WHENEVER YOU ARE READY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spc="-5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WALK THE FLOW LIVE.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7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Book as your patient → see the TV → call a serial → open the consult screen → send a prescription home.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502920" cy="32004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566160"/>
            <a:ext cx="685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spc="-50" kern="0" dirty="0">
                <a:solidFill>
                  <a:srgbClr val="5EEAD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THEN WE LOCK THE FIRST SITTINGS</a:t>
            </a:r>
            <a:endParaRPr lang="en-US" sz="2400" dirty="0"/>
          </a:p>
          <a:p>
            <a:pPr indent="0" marL="0">
              <a:buNone/>
            </a:pPr>
            <a:r>
              <a:rPr lang="en-US" sz="2400" spc="-50" kern="0" dirty="0">
                <a:solidFill>
                  <a:srgbClr val="5EEAD4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AND GIVE YOU A SIMPLE GO-LIVE CHECKLIST.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7955280" y="3291840"/>
            <a:ext cx="3657600" cy="2468880"/>
          </a:xfrm>
          <a:prstGeom prst="roundRect">
            <a:avLst>
              <a:gd name="adj" fmla="val 3704"/>
            </a:avLst>
          </a:prstGeom>
          <a:solidFill>
            <a:srgbClr val="0A2F30"/>
          </a:solidFill>
          <a:ln w="12700">
            <a:solidFill>
              <a:srgbClr val="0A2F30"/>
            </a:solidFill>
            <a:prstDash val="solid"/>
          </a:ln>
          <a:effectLst>
            <a:outerShdw sx="100000" sy="100000" kx="0" ky="0" algn="bl" rotWithShape="0" blurRad="177800" dist="38100" dir="5400000">
              <a:srgbClr val="0F3D3E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5528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EEAD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WhatsApp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0" y="4023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spc="-50" kern="0" dirty="0">
                <a:solidFill>
                  <a:srgbClr val="FFFFFF"/>
                </a:solidFill>
                <a:latin typeface="Bebas Neue" pitchFamily="34" charset="0"/>
                <a:ea typeface="Bebas Neue" pitchFamily="34" charset="-122"/>
                <a:cs typeface="Bebas Neue" pitchFamily="34" charset="-120"/>
              </a:rPr>
              <a:t>01818-614349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955280" y="47091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D4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Joy Chowdhury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D4C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ChamberQ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172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BD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respect — for the doctor whose room is already full.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ebas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ChamberQ Maestro — For Experienced Solo Doctors</dc:title>
  <dc:subject>Product presentation</dc:subject>
  <dc:creator>Joy Chowdhury, ChamberQ</dc:creator>
  <cp:lastModifiedBy>Joy Chowdhury, ChamberQ</cp:lastModifiedBy>
  <cp:revision>1</cp:revision>
  <dcterms:created xsi:type="dcterms:W3CDTF">2026-08-11T14:14:29Z</dcterms:created>
  <dcterms:modified xsi:type="dcterms:W3CDTF">2026-08-11T14:14:29Z</dcterms:modified>
</cp:coreProperties>
</file>