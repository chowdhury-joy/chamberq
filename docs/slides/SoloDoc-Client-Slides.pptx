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EC2EA"/>
                </a:solidFill>
                <a:latin typeface="Inter Display Medium"/>
                <a:ea typeface="Inter Display Medium"/>
                <a:cs typeface="Inter Display Medium"/>
              </a:rPr>
              <a:t>FOR DOCTORS &amp; CLINICS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Inter Display Medium"/>
                <a:ea typeface="Inter Display Medium"/>
                <a:cs typeface="Inter Display Medium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5DAF0"/>
                </a:solidFill>
                <a:latin typeface="Inter Tight"/>
                <a:ea typeface="Inter Tight"/>
                <a:cs typeface="Inter Tight"/>
              </a:rPr>
              <a:t>Your digital front desk — simple overview for clients.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What you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Branded webpage for patients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Online serial booking on their phone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Serial ticket (save / WhatsApp share)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Live waiting-room queue + TV screen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Simple admin panel for you &amp; staff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Patients book online. They pay at the chamber — same as your desk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SIMPLE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Like a bank token — on the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Patients take a number before they arrive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They see roughly when to come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Waiting room calls people in order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Less crowding at the door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Which one fits you?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212080" cy="33832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Solo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One doctor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Up to 5 chambers / OPDs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Different days, different places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3383280"/>
          </a:xfrm>
          <a:prstGeom prst="rect">
            <a:avLst/>
          </a:prstGeom>
          <a:solidFill>
            <a:srgbClr val="F4F8FD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Multiple doctors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Lab tests in booking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Same tools, larger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Not sure? WhatsApp us — we'll recommend.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Clear prices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320040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Solo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57200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Tk 12,000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Tk 2,000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7189"/>
                </a:solidFill>
                <a:latin typeface="Inter Tight"/>
                <a:ea typeface="Inter Tight"/>
                <a:cs typeface="Inter Tight"/>
              </a:rPr>
              <a:t>1 doctor · up to 5 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3200400"/>
          </a:xfrm>
          <a:prstGeom prst="rect">
            <a:avLst/>
          </a:prstGeom>
          <a:solidFill>
            <a:srgbClr val="F4F8FD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Clinic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57200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Tk 25,000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Tk 7,500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7189"/>
                </a:solidFill>
                <a:latin typeface="Inter Tight"/>
                <a:ea typeface="Inter Tight"/>
                <a:cs typeface="Inter Tight"/>
              </a:rPr>
              <a:t>Multi-doctor · labs · scaled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Pay by bKash or bank. Monthly after setup. Pause anytime by messaging 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In every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Your branded patient site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Online serial + live queue + ticket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We set it up with you on WhatsApp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SMS optional (~Tk 0.50) — prepaid credits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WhatsApp ticket sharing is free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PATIENT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How patients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1.  Open your page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2.  Tap Book → pick day &amp; session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3.  Enter name &amp; phone (no online pay)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4.  Get a ticket — share on WhatsApp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5.  Come to chamber → pay at desk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6.  Forgot link? Portal + phone lookup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Walk-ins still welcome. Staff can book them too.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YOUR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How the chamber day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1.  Open Live Queue Control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2.  Start today's session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3.  Call next patient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4.  Mark arrived → then complete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5.  TV screen shows who's being called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This is what makes waiting feel fair.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YOUR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Simple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Admin — owner: full settings &amp; structure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Doctor — day list, queue, operations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Staff — edit site text/photos · run the queue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Common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Patients not tech-savvy? A few taps + WhatsApp ticket.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Walk-ins? Still welcome.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Not technical? We set it up with you.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Online payment? No — pay at chamber.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Multiple chambers? Solo covers up to 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Get the full benefit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Run the live queue on busy days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Share your booking link everywhere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Put walk-ins into the system too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Top up SMS only if you want auto texts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Keep session seats realistic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EC2EA"/>
                </a:solidFill>
                <a:latin typeface="Inter Display Medium"/>
                <a:ea typeface="Inter Display Medium"/>
                <a:cs typeface="Inter Display Medium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Inter Display Medium"/>
                <a:ea typeface="Inter Display Medium"/>
                <a:cs typeface="Inter Display Medium"/>
              </a:rPr>
              <a:t>Message us on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5DAF0"/>
                </a:solidFill>
                <a:latin typeface="Inter Tight"/>
                <a:ea typeface="Inter Tight"/>
                <a:cs typeface="Inter Tight"/>
              </a:rPr>
              <a:t>Tell us Solo or Clinic — we set up your page and walk you through day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