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EC2EA"/>
                </a:solidFill>
                <a:latin typeface="Inter Display Medium"/>
                <a:ea typeface="Inter Display Medium"/>
                <a:cs typeface="Inter Display Medium"/>
              </a:rPr>
              <a:t>INTERNAL · SALES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Inter Display Medium"/>
                <a:ea typeface="Inter Display Medium"/>
                <a:cs typeface="Inter Display Medium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5DAF0"/>
                </a:solidFill>
                <a:latin typeface="Inter Tight"/>
                <a:ea typeface="Inter Tight"/>
                <a:cs typeface="Inter Tight"/>
              </a:rPr>
              <a:t>Marketing &amp; sales playbook — simple slides for pitching doctors.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Sell a calmer chamber — not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Branded patient website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Online serial booking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Live waiting-room queue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Simple staff panel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0789920" cy="8686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86400"/>
            <a:ext cx="10332720" cy="6400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A4A"/>
                </a:solidFill>
                <a:latin typeface="Inter Tight"/>
                <a:ea typeface="Inter Tight"/>
                <a:cs typeface="Inter Tight"/>
              </a:rPr>
              <a:t>Patients book online. They pay at the chamber — same as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THE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Before → After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212080" cy="402336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66344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663440" cy="2560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Phone rings during consults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~2 hour waits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Scramble at the door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Weak word of mouth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4023360"/>
          </a:xfrm>
          <a:prstGeom prst="rect">
            <a:avLst/>
          </a:prstGeom>
          <a:solidFill>
            <a:srgbClr val="F4F8FD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66344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663440" cy="2560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Serials booked online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~15 min waits (when used well)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Calm live queue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Patients recommend you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Give patients their time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When patients feel respected, they tell others.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That is the growth engine.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Like a bakery with phone tokens — same shop, less chaos.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WHO TO SELL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Best 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212080" cy="402336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66344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Solo (featured)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663440" cy="2560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One doctor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1–5 chambers / OPDs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Tired of phone + long waits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Wants a pro page without an agency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4023360"/>
          </a:xfrm>
          <a:prstGeom prst="rect">
            <a:avLst/>
          </a:prstGeom>
          <a:solidFill>
            <a:srgbClr val="F4F8FD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66344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663440" cy="2560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Multi-doctor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Needs lab tests in booking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One system across locations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Plans to sell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212080" cy="320040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Solo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572000" cy="548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Tk 12,000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45720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Tk 2,000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7189"/>
                </a:solidFill>
                <a:latin typeface="Inter Tight"/>
                <a:ea typeface="Inter Tight"/>
                <a:cs typeface="Inter Tight"/>
              </a:rPr>
              <a:t>1 doctor · up to 5 locations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3200400"/>
          </a:xfrm>
          <a:prstGeom prst="rect">
            <a:avLst/>
          </a:prstGeom>
          <a:solidFill>
            <a:srgbClr val="F4F8FD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Clinic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572000" cy="548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Tk 25,000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45720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Tk 7,500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14800"/>
            <a:ext cx="45720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7189"/>
                </a:solidFill>
                <a:latin typeface="Inter Tight"/>
                <a:ea typeface="Inter Tight"/>
                <a:cs typeface="Inter Tight"/>
              </a:rPr>
              <a:t>Multi-doctor · labs · scaled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EXTRAS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SMS &amp; billing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SMS ~Tk 0.50 each — prepaid credits (not free)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Packs: 200/Tk100 · 500/Tk225 · 2,000/Tk800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Empty wallet → booking still works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WhatsApp ticket share is free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Doctor pays us by bKash / bank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SALES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How the sale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1.  Doctor lands on site (or your referral link)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2.  Taps WhatsApp — only primary CTA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3.  You qualify Solo vs Clinic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4.  We create their page &amp; go live together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5.  Setup fee → then monthly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0789920" cy="8686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86400"/>
            <a:ext cx="10332720" cy="6400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A4A"/>
                </a:solidFill>
                <a:latin typeface="Inter Tight"/>
                <a:ea typeface="Inter Tight"/>
                <a:cs typeface="Inter Tight"/>
              </a:rPr>
              <a:t>No self-signup. Always push WhatsApp.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Marketer commissions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Setup: ~20% of what doctor actually paid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Monthly: ~10% while referred tenant stays active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SMS packs are not commissionable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Use /partner and ?ref=YOURCODE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Show this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1.  Chamber page → Book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2.  Pick day &amp; session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3.  Name + phone (pay at chamber)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4.  Serial ticket (WhatsApp share)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5.  Live queue screen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6.  Doctor's day 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5156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TALK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Do say / don't say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212080" cy="402336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66344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Do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663440" cy="2560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Book online, pay at chamber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We set it up with you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Walk-ins still work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Most patients use WhatsApp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4023360"/>
          </a:xfrm>
          <a:prstGeom prst="rect">
            <a:avLst/>
          </a:prstGeom>
          <a:solidFill>
            <a:srgbClr val="F4F8FD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66344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4F8C"/>
                </a:solidFill>
                <a:latin typeface="Inter Display Medium"/>
                <a:ea typeface="Inter Display Medium"/>
                <a:cs typeface="Inter Display Medium"/>
              </a:rPr>
              <a:t>Don't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663440" cy="2560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Online payment required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Free monthly SMS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Self-signup in 2 minutes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Full hospital EMR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8C"/>
                </a:solidFill>
                <a:latin typeface="Inter Tight"/>
                <a:ea typeface="Inter Tight"/>
                <a:cs typeface="Inter Tight"/>
              </a:rPr>
              <a:t>SoloDoc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563A8"/>
                </a:solidFill>
                <a:latin typeface="Inter Display Medium"/>
                <a:ea typeface="Inter Display Medium"/>
                <a:cs typeface="Inter Display Medium"/>
              </a:rPr>
              <a:t>QUICK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B2A4A"/>
                </a:solidFill>
                <a:latin typeface="Inter Display Medium"/>
                <a:ea typeface="Inter Display Medium"/>
                <a:cs typeface="Inter Display Medium"/>
              </a:rPr>
              <a:t>Pin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515600" cy="3200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CTA = WhatsApp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Solo Tk12k + Tk2k/mo · Clinic Tk25k + Tk7.5k/mo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Pay at chamber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F2740"/>
                </a:solidFill>
                <a:latin typeface="Inter Tight"/>
                <a:ea typeface="Inter Tight"/>
                <a:cs typeface="Inter Tight"/>
              </a:rPr>
              <a:t>•  SMS prepaid · not commissionable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49240"/>
            <a:ext cx="10789920" cy="8686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86400"/>
            <a:ext cx="10332720" cy="6400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2A4A"/>
                </a:solidFill>
                <a:latin typeface="Inter Tight"/>
                <a:ea typeface="Inter Tight"/>
                <a:cs typeface="Inter Tight"/>
              </a:rPr>
              <a:t>Sell respect for patients' time. The product follows.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EC2EA"/>
                </a:solidFill>
                <a:latin typeface="Inter Display Medium"/>
                <a:ea typeface="Inter Display Medium"/>
                <a:cs typeface="Inter Display Medium"/>
              </a:rPr>
              <a:t>SOLODOC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Inter Display Medium"/>
                <a:ea typeface="Inter Display Medium"/>
                <a:cs typeface="Inter Display Medium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5DAF0"/>
                </a:solidFill>
                <a:latin typeface="Inter Tight"/>
                <a:ea typeface="Inter Tight"/>
                <a:cs typeface="Inter Tight"/>
              </a:rPr>
              <a:t>Open the full playbook for objection handling &amp; checklists.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